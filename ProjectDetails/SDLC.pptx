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7" r:id="rId13"/>
    <p:sldId id="269" r:id="rId14"/>
    <p:sldId id="271" r:id="rId15"/>
    <p:sldId id="270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85D3-DAC4-4B38-8E17-6CD6DA2763CF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7AB3D-B38A-4D3D-861E-9690C8051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282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85D3-DAC4-4B38-8E17-6CD6DA2763CF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7AB3D-B38A-4D3D-861E-9690C8051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72191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85D3-DAC4-4B38-8E17-6CD6DA2763CF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7AB3D-B38A-4D3D-861E-9690C8051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93065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85D3-DAC4-4B38-8E17-6CD6DA2763CF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7AB3D-B38A-4D3D-861E-9690C8051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8979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85D3-DAC4-4B38-8E17-6CD6DA2763CF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7AB3D-B38A-4D3D-861E-9690C8051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58922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85D3-DAC4-4B38-8E17-6CD6DA2763CF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7AB3D-B38A-4D3D-861E-9690C8051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110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85D3-DAC4-4B38-8E17-6CD6DA2763CF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7AB3D-B38A-4D3D-861E-9690C8051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5698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85D3-DAC4-4B38-8E17-6CD6DA2763CF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7AB3D-B38A-4D3D-861E-9690C8051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2656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85D3-DAC4-4B38-8E17-6CD6DA2763CF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7AB3D-B38A-4D3D-861E-9690C8051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37069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85D3-DAC4-4B38-8E17-6CD6DA2763CF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7AB3D-B38A-4D3D-861E-9690C8051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21450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D885D3-DAC4-4B38-8E17-6CD6DA2763CF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AE7AB3D-B38A-4D3D-861E-9690C8051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98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D885D3-DAC4-4B38-8E17-6CD6DA2763CF}" type="datetimeFigureOut">
              <a:rPr lang="en-US" smtClean="0"/>
              <a:t>9/6/2021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E7AB3D-B38A-4D3D-861E-9690C8051F0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95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SDLC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Session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43499" y="5049672"/>
            <a:ext cx="13204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Prepared by</a:t>
            </a:r>
          </a:p>
          <a:p>
            <a:r>
              <a:rPr lang="en-US" dirty="0"/>
              <a:t>Subash B</a:t>
            </a:r>
          </a:p>
        </p:txBody>
      </p:sp>
    </p:spTree>
    <p:extLst>
      <p:ext uri="{BB962C8B-B14F-4D97-AF65-F5344CB8AC3E}">
        <p14:creationId xmlns:p14="http://schemas.microsoft.com/office/powerpoint/2010/main" val="1179586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SDLC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Software Development Life Cycle (SDLC) is a process used by the software industry to design, develop and test high quality </a:t>
            </a:r>
            <a:r>
              <a:rPr lang="en-US" dirty="0" err="1"/>
              <a:t>softwares</a:t>
            </a:r>
            <a:endParaRPr lang="en-US" dirty="0"/>
          </a:p>
          <a:p>
            <a:r>
              <a:rPr lang="en-US" dirty="0"/>
              <a:t>Stages of SDLC</a:t>
            </a:r>
          </a:p>
          <a:p>
            <a:pPr lvl="1"/>
            <a:r>
              <a:rPr lang="en-US" dirty="0"/>
              <a:t>Requirement gathering and analysis.</a:t>
            </a:r>
          </a:p>
          <a:p>
            <a:pPr lvl="1"/>
            <a:r>
              <a:rPr lang="en-US" dirty="0"/>
              <a:t>Define</a:t>
            </a:r>
          </a:p>
          <a:p>
            <a:pPr lvl="1"/>
            <a:r>
              <a:rPr lang="en-US" dirty="0"/>
              <a:t>Design.</a:t>
            </a:r>
          </a:p>
          <a:p>
            <a:pPr lvl="1"/>
            <a:r>
              <a:rPr lang="en-US" dirty="0"/>
              <a:t>Implementation or coding or Built</a:t>
            </a:r>
          </a:p>
          <a:p>
            <a:pPr lvl="1"/>
            <a:r>
              <a:rPr lang="en-US" dirty="0"/>
              <a:t>Testing.</a:t>
            </a:r>
          </a:p>
          <a:p>
            <a:pPr lvl="1"/>
            <a:r>
              <a:rPr lang="en-US" dirty="0"/>
              <a:t>Deployment.</a:t>
            </a:r>
          </a:p>
          <a:p>
            <a:pPr lvl="1"/>
            <a:r>
              <a:rPr lang="en-US" dirty="0"/>
              <a:t>Maintenance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36231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8" name="Content Placeholder 7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438" y="1214116"/>
            <a:ext cx="8855123" cy="5672020"/>
          </a:xfrm>
        </p:spPr>
      </p:pic>
    </p:spTree>
    <p:extLst>
      <p:ext uri="{BB962C8B-B14F-4D97-AF65-F5344CB8AC3E}">
        <p14:creationId xmlns:p14="http://schemas.microsoft.com/office/powerpoint/2010/main" val="257996938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Requirement gathering 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Requirement analysis first stage in SDLC. </a:t>
            </a:r>
          </a:p>
          <a:p>
            <a:r>
              <a:rPr lang="en-US" dirty="0"/>
              <a:t>Inputs will be gathered from the customer, the sales department, market surveys and domain experts in the industry.</a:t>
            </a:r>
          </a:p>
          <a:p>
            <a:r>
              <a:rPr lang="en-US" dirty="0"/>
              <a:t> This helps to plan the project approach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9188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Requirements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Analyzed and Identified Requirement will be documented here</a:t>
            </a:r>
          </a:p>
          <a:p>
            <a:r>
              <a:rPr lang="en-US" dirty="0"/>
              <a:t>Outcome: </a:t>
            </a:r>
            <a:r>
              <a:rPr lang="en-US" b="1" dirty="0"/>
              <a:t>SRS (Software Requirement Specification)</a:t>
            </a:r>
            <a:r>
              <a:rPr lang="en-US" dirty="0"/>
              <a:t> document which consists of all the product requirements to be designed and developed during the project life </a:t>
            </a:r>
            <a:r>
              <a:rPr lang="en-US"/>
              <a:t>cycle.</a:t>
            </a:r>
            <a:endParaRPr lang="en-US" dirty="0"/>
          </a:p>
          <a:p>
            <a:r>
              <a:rPr lang="en-US" dirty="0"/>
              <a:t>BRD Doc</a:t>
            </a:r>
          </a:p>
        </p:txBody>
      </p:sp>
    </p:spTree>
    <p:extLst>
      <p:ext uri="{BB962C8B-B14F-4D97-AF65-F5344CB8AC3E}">
        <p14:creationId xmlns:p14="http://schemas.microsoft.com/office/powerpoint/2010/main" val="35780321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With the requirements specified in SRS, usually more than one design approach for the product architecture is proposed and documented in a </a:t>
            </a:r>
            <a:r>
              <a:rPr lang="en-US" b="1" dirty="0"/>
              <a:t>DDS - Design Document Specification.</a:t>
            </a:r>
          </a:p>
          <a:p>
            <a:r>
              <a:rPr lang="en-US" dirty="0"/>
              <a:t>Programming language like Java, PHP and .NET</a:t>
            </a:r>
          </a:p>
          <a:p>
            <a:r>
              <a:rPr lang="en-US" dirty="0"/>
              <a:t>Database like Oracle, MySQL, etc.</a:t>
            </a:r>
          </a:p>
          <a:p>
            <a:r>
              <a:rPr lang="en-US" dirty="0"/>
              <a:t>High-level technical details of the project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37478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Implementation or coding or Built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includes programming the source, creating the graphics, and compiling the assets into an executable program</a:t>
            </a:r>
          </a:p>
          <a:p>
            <a:r>
              <a:rPr lang="en-US" dirty="0"/>
              <a:t>The programming code is generated as per DDS during this stage.</a:t>
            </a:r>
          </a:p>
        </p:txBody>
      </p:sp>
    </p:spTree>
    <p:extLst>
      <p:ext uri="{BB962C8B-B14F-4D97-AF65-F5344CB8AC3E}">
        <p14:creationId xmlns:p14="http://schemas.microsoft.com/office/powerpoint/2010/main" val="25613329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this phase, you test the software to verify that it is built as per the specifications given by the client.</a:t>
            </a:r>
          </a:p>
          <a:p>
            <a:r>
              <a:rPr lang="en-US" dirty="0"/>
              <a:t> Here the product defects are reported, tracked, fixed and retested, until the product reaches the quality standards defined in the SRS.</a:t>
            </a:r>
          </a:p>
        </p:txBody>
      </p:sp>
    </p:spTree>
    <p:extLst>
      <p:ext uri="{BB962C8B-B14F-4D97-AF65-F5344CB8AC3E}">
        <p14:creationId xmlns:p14="http://schemas.microsoft.com/office/powerpoint/2010/main" val="42773600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Deployment in the Market and Maintenance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 Once a program has passed the testing phase, it is ready for deployment.</a:t>
            </a:r>
          </a:p>
          <a:p>
            <a:r>
              <a:rPr lang="en-US" dirty="0"/>
              <a:t> Deploy the application in the respective environment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9112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Maintenance</a:t>
            </a:r>
            <a:r>
              <a:rPr lang="en-US" dirty="0"/>
              <a:t> 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Maintenance of software can include software upgrades, repairs, and fixes of the software if it breaks.</a:t>
            </a:r>
          </a:p>
        </p:txBody>
      </p:sp>
    </p:spTree>
    <p:extLst>
      <p:ext uri="{BB962C8B-B14F-4D97-AF65-F5344CB8AC3E}">
        <p14:creationId xmlns:p14="http://schemas.microsoft.com/office/powerpoint/2010/main" val="22956386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SDLC Methodologies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Waterfall Model</a:t>
            </a:r>
          </a:p>
          <a:p>
            <a:r>
              <a:rPr lang="en-US" dirty="0"/>
              <a:t>V-Model Of Testing</a:t>
            </a:r>
          </a:p>
          <a:p>
            <a:r>
              <a:rPr lang="en-US" dirty="0"/>
              <a:t>Agile Model</a:t>
            </a:r>
            <a:br>
              <a:rPr lang="en-US" dirty="0"/>
            </a:br>
            <a:br>
              <a:rPr lang="en-US" dirty="0"/>
            </a:br>
            <a:br>
              <a:rPr lang="en-US" dirty="0"/>
            </a:b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35509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1063" y="365125"/>
            <a:ext cx="6960358" cy="6261215"/>
          </a:xfrm>
        </p:spPr>
      </p:pic>
    </p:spTree>
    <p:extLst>
      <p:ext uri="{BB962C8B-B14F-4D97-AF65-F5344CB8AC3E}">
        <p14:creationId xmlns:p14="http://schemas.microsoft.com/office/powerpoint/2010/main" val="28609596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WaterFall</a:t>
            </a:r>
            <a:r>
              <a:rPr lang="en-US" dirty="0"/>
              <a:t>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There are strict phases and each phase needs to be completed first before going to the next phase. There is no going back.</a:t>
            </a:r>
          </a:p>
          <a:p>
            <a:r>
              <a:rPr lang="en-US" dirty="0"/>
              <a:t>This model works best when all requirements are known and flexibility is not required and the project has a fixed timeline.</a:t>
            </a:r>
          </a:p>
          <a:p>
            <a:r>
              <a:rPr lang="en-US" dirty="0"/>
              <a:t>Disadvantage of waterfall model is that all requirements need to be known before development starts.</a:t>
            </a:r>
          </a:p>
          <a:p>
            <a:r>
              <a:rPr lang="en-US" dirty="0"/>
              <a:t>Therefore if a requirement is wrong or missing, it won’t become apparent until the late stages of the life cycle.</a:t>
            </a:r>
          </a:p>
        </p:txBody>
      </p:sp>
    </p:spTree>
    <p:extLst>
      <p:ext uri="{BB962C8B-B14F-4D97-AF65-F5344CB8AC3E}">
        <p14:creationId xmlns:p14="http://schemas.microsoft.com/office/powerpoint/2010/main" val="5060032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02F62D4-EC5B-40AE-891A-898B43359D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31EC5EF-055E-4965-973C-A270F9E3F5E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936" y="534649"/>
            <a:ext cx="7884257" cy="59582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6047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V Model is also known as the Verification and Validation model</a:t>
            </a:r>
          </a:p>
          <a:p>
            <a:r>
              <a:rPr lang="en-US" dirty="0"/>
              <a:t>It is introducing testing at each stage of development rather than at the end of the project.</a:t>
            </a:r>
          </a:p>
          <a:p>
            <a:r>
              <a:rPr lang="en-US" dirty="0"/>
              <a:t>The advantage of V Model is that each stage has a corresponding testing activity which helps to identify missing requirements, and incorrect design early in the life cycle.</a:t>
            </a:r>
          </a:p>
          <a:p>
            <a:r>
              <a:rPr lang="en-US" dirty="0"/>
              <a:t>The disadvantage is that the each stage has to wait for the previous stage to be finalized and signed off.</a:t>
            </a:r>
          </a:p>
        </p:txBody>
      </p:sp>
    </p:spTree>
    <p:extLst>
      <p:ext uri="{BB962C8B-B14F-4D97-AF65-F5344CB8AC3E}">
        <p14:creationId xmlns:p14="http://schemas.microsoft.com/office/powerpoint/2010/main" val="9181284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Agile 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Agile Methodology is a development method in which requirements and solutions evolve in cross-functional teams through the collaborative effort.</a:t>
            </a:r>
          </a:p>
          <a:p>
            <a:r>
              <a:rPr lang="en-US" dirty="0"/>
              <a:t> Its approach aligns project and product development with requirements of the customer and overall company goals.</a:t>
            </a:r>
          </a:p>
          <a:p>
            <a:r>
              <a:rPr lang="en-US" dirty="0"/>
              <a:t>It is a methodology based on iterative development.</a:t>
            </a:r>
          </a:p>
        </p:txBody>
      </p:sp>
    </p:spTree>
    <p:extLst>
      <p:ext uri="{BB962C8B-B14F-4D97-AF65-F5344CB8AC3E}">
        <p14:creationId xmlns:p14="http://schemas.microsoft.com/office/powerpoint/2010/main" val="1689683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230</TotalTime>
  <Words>552</Words>
  <Application>Microsoft Office PowerPoint</Application>
  <PresentationFormat>Widescreen</PresentationFormat>
  <Paragraphs>56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Office Theme</vt:lpstr>
      <vt:lpstr>SDLC</vt:lpstr>
      <vt:lpstr>SDLC Overview</vt:lpstr>
      <vt:lpstr>PowerPoint Presentation</vt:lpstr>
      <vt:lpstr>Requirement gathering and analysis</vt:lpstr>
      <vt:lpstr>Defining Requirements</vt:lpstr>
      <vt:lpstr>Design</vt:lpstr>
      <vt:lpstr>Implementation or coding or Built</vt:lpstr>
      <vt:lpstr>Testing</vt:lpstr>
      <vt:lpstr>Deployment in the Market and Maintenance</vt:lpstr>
      <vt:lpstr>Maintenance </vt:lpstr>
      <vt:lpstr>SDLC Methodologies</vt:lpstr>
      <vt:lpstr>PowerPoint Presentation</vt:lpstr>
      <vt:lpstr>WaterFall Model</vt:lpstr>
      <vt:lpstr>PowerPoint Presentation</vt:lpstr>
      <vt:lpstr>V Model</vt:lpstr>
      <vt:lpstr>Agile Method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SDLC</dc:title>
  <dc:creator>Subash B</dc:creator>
  <cp:lastModifiedBy>Subash Balachandran</cp:lastModifiedBy>
  <cp:revision>14</cp:revision>
  <dcterms:created xsi:type="dcterms:W3CDTF">2018-05-24T16:08:02Z</dcterms:created>
  <dcterms:modified xsi:type="dcterms:W3CDTF">2021-09-06T05:37:24Z</dcterms:modified>
</cp:coreProperties>
</file>